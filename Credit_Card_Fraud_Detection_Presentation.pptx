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Year Project Presentation</a:t>
            </a:r>
          </a:p>
          <a:p/>
          <a:p>
            <a:r>
              <a:t>By: [Your Name]</a:t>
            </a:r>
          </a:p>
          <a:p>
            <a:r>
              <a:t>Department of Computer Science</a:t>
            </a:r>
          </a:p>
          <a:p>
            <a:r>
              <a:t>Guided by: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card fraud refers to unauthorized transactions using stolen card data.</a:t>
            </a:r>
          </a:p>
          <a:p>
            <a:r>
              <a:t>Goal: Detect fraudulent transactions before financial loss.</a:t>
            </a:r>
          </a:p>
          <a:p>
            <a:r>
              <a:t>Why important: Growing online payments = more fraud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0.2% transactions are fraudulent → highly imbalanced data.</a:t>
            </a:r>
          </a:p>
          <a:p>
            <a:r>
              <a:t>Challenge: Detect fraud accurately while reducing false positives.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Classify transactions as fraudulent or genuine.</a:t>
            </a:r>
          </a:p>
          <a:p>
            <a:r>
              <a:t>2. Handle imbalanced datasets.</a:t>
            </a:r>
          </a:p>
          <a:p>
            <a:r>
              <a:t>3. Use precision, recall, F1-score for evaluation.</a:t>
            </a:r>
          </a:p>
          <a:p>
            <a:r>
              <a:t>4. Simulate real-time fraud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 (European Credit Card Transactions)</a:t>
            </a:r>
          </a:p>
          <a:p>
            <a:r>
              <a:t>Records: 284,807 | Fraudulent: 492 (0.17%)</a:t>
            </a:r>
          </a:p>
          <a:p>
            <a:r>
              <a:t>Features: 28 anonymized (V1–V28), Time, Amount, Class (Target)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- Handle missing values</a:t>
            </a:r>
          </a:p>
          <a:p>
            <a:r>
              <a:t>- Normalize Amount &amp; Time</a:t>
            </a:r>
          </a:p>
          <a:p>
            <a:r>
              <a:t>- Train-test split (80-20)</a:t>
            </a:r>
          </a:p>
          <a:p>
            <a:r>
              <a:t>- Apply SMOTE or under-sampling to balance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used:</a:t>
            </a:r>
          </a:p>
          <a:p>
            <a:r>
              <a:t>- Logistic Regression (Baseline)</a:t>
            </a:r>
          </a:p>
          <a:p>
            <a:r>
              <a:t>- Random Forest</a:t>
            </a:r>
          </a:p>
          <a:p>
            <a:r>
              <a:t>- XGBoost (Best)</a:t>
            </a:r>
          </a:p>
          <a:p>
            <a:r>
              <a:t>Used cross-validation for model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Imbalanced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Techniques:</a:t>
            </a:r>
          </a:p>
          <a:p>
            <a:r>
              <a:t>- Oversampling minority class</a:t>
            </a:r>
          </a:p>
          <a:p>
            <a:r>
              <a:t>- SMOTE: Synthetic data generation</a:t>
            </a:r>
          </a:p>
          <a:p>
            <a:r>
              <a:t>- Cost-sensitive learning: Penalize fraud misclassification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</a:t>
            </a:r>
          </a:p>
          <a:p>
            <a:r>
              <a:t>- Accuracy: Misleading for imbalance</a:t>
            </a:r>
          </a:p>
          <a:p>
            <a:r>
              <a:t>- Precision: False alarms</a:t>
            </a:r>
          </a:p>
          <a:p>
            <a:r>
              <a:t>- Recall: Missed frauds</a:t>
            </a:r>
          </a:p>
          <a:p>
            <a:r>
              <a:t>- F1-score: Balance of both</a:t>
            </a:r>
          </a:p>
          <a:p>
            <a:r>
              <a:t>- ROC-AUC: Overall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Comparison:</a:t>
            </a:r>
          </a:p>
          <a:p>
            <a:r>
              <a:t>Logistic Regression → 0.92 AUC</a:t>
            </a:r>
          </a:p>
          <a:p>
            <a:r>
              <a:t>Random Forest → 0.98 AUC</a:t>
            </a:r>
          </a:p>
          <a:p>
            <a:r>
              <a:t>XGBoost → 0.99 AUC (Best)</a:t>
            </a:r>
          </a:p>
          <a:p>
            <a:r>
              <a:t>Best trade-off between precision &amp; recall.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plots:</a:t>
            </a:r>
          </a:p>
          <a:p>
            <a:r>
              <a:t>- Confusion Matrix</a:t>
            </a:r>
          </a:p>
          <a:p>
            <a:r>
              <a:t>- Precision-Recall Curve</a:t>
            </a:r>
          </a:p>
          <a:p>
            <a:r>
              <a:t>- ROC Curve</a:t>
            </a:r>
          </a:p>
          <a:p>
            <a:r>
              <a:t>- Feature Importance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</a:t>
            </a:r>
          </a:p>
          <a:p>
            <a:r>
              <a:t>Python, pandas, numpy, scikit-learn, imbalanced-learn, matplotlib, xgboost</a:t>
            </a:r>
          </a:p>
          <a:p>
            <a:r>
              <a:t>Steps:</a:t>
            </a:r>
          </a:p>
          <a:p>
            <a:r>
              <a:t>1. Preprocess data</a:t>
            </a:r>
          </a:p>
          <a:p>
            <a:r>
              <a:t>2. Resampling</a:t>
            </a:r>
          </a:p>
          <a:p>
            <a:r>
              <a:t>3. Train models</a:t>
            </a:r>
          </a:p>
          <a:p>
            <a:r>
              <a:t>4. Evaluate &amp; visualize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Severe data imbalance</a:t>
            </a:r>
          </a:p>
          <a:p>
            <a:r>
              <a:t>2. Avoiding overfitting with few fraud samples</a:t>
            </a:r>
          </a:p>
          <a:p>
            <a:r>
              <a:t>3. Maintaining recall without excessive false positives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Real-time fraud detection with Kafka/Spark</a:t>
            </a:r>
          </a:p>
          <a:p>
            <a:r>
              <a:t>2. Deep learning models (LSTM, Autoencoder)</a:t>
            </a:r>
          </a:p>
          <a:p>
            <a:r>
              <a:t>3. API integration with banks</a:t>
            </a:r>
          </a:p>
          <a:p>
            <a:r>
              <a:t>4. Model explainability (SHAP/LIME)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ML model for fraud detection.</a:t>
            </a:r>
          </a:p>
          <a:p>
            <a:r>
              <a:t>Handled imbalance using SMOTE.</a:t>
            </a:r>
          </a:p>
          <a:p>
            <a:r>
              <a:t>Achieved &gt;90% ROC-AUC.</a:t>
            </a:r>
          </a:p>
          <a:p>
            <a:r>
              <a:t>Ready for real-world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Kaggle Credit Card Fraud Dataset</a:t>
            </a:r>
          </a:p>
          <a:p>
            <a:r>
              <a:t>- Scikit-learn Documentation</a:t>
            </a:r>
          </a:p>
          <a:p>
            <a:r>
              <a:t>- Imbalanced-learn Docs</a:t>
            </a:r>
          </a:p>
          <a:p>
            <a:r>
              <a:t>- XGBoost User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